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6" r:id="rId12"/>
    <p:sldId id="271" r:id="rId13"/>
    <p:sldId id="265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4037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44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907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66947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4482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327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7497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336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910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3540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8559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9494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3256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2044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6893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8872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625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43B10-6770-41B9-8E91-7D3B3AFBE7FB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269AF-D485-4A03-80A8-522843C850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22461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725051-EB74-A670-739F-1360D46B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HALI SAHA REZERVASYON OTOMASYONU 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8E78C51-A574-2FEF-C611-78E701F835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HALİL KANATLI </a:t>
            </a:r>
          </a:p>
          <a:p>
            <a:r>
              <a:rPr lang="tr-TR" dirty="0"/>
              <a:t>GÖKTUĞ ÖZDEMİR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D0E1192-67EC-D535-A2DC-D25DC701B8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5345906" y="326232"/>
            <a:ext cx="1500187" cy="150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14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8D8E635-E788-5FEE-4313-EE602F7EB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6749"/>
            <a:ext cx="12192000" cy="604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860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BAE07B2-C34C-2DD2-D85C-9387038DC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195"/>
            <a:ext cx="12192000" cy="632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80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2831FFA-01AA-CE3B-2719-CAB784C17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933"/>
            <a:ext cx="12192000" cy="636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923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0EF90E9-AEF5-556F-C2EF-5E93F40FC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111"/>
            <a:ext cx="12192000" cy="633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25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3D89DDB-A4D3-4CF1-6309-EBF5C79F0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7783"/>
            <a:ext cx="12192000" cy="634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879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EBA5E3F-CC26-0109-8965-A6B38EC93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664"/>
            <a:ext cx="12192000" cy="631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3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2A0A3CE-4A84-4B88-5A83-3DC8D1343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2777"/>
            <a:ext cx="12192000" cy="631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9DCFB19-3663-AF75-09A9-32DDC7494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251"/>
            <a:ext cx="12192000" cy="628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68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CBE08A2-692B-CB48-3C0A-A752E67ED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9359"/>
            <a:ext cx="12192000" cy="533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603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1B9665D-4A5B-BE87-23F4-72E2B7400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892"/>
            <a:ext cx="12192000" cy="618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00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3B7D66B-FC31-E392-1F38-9287858B7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122"/>
            <a:ext cx="12192000" cy="616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81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40C509D-A414-AC42-B5CB-7A654BDB3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572"/>
            <a:ext cx="12192000" cy="626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48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FDD87BC-70C5-7428-F187-4BA5ADB9C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238"/>
            <a:ext cx="12192000" cy="628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15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F530EA4-6ED5-F9FB-2E2A-F35324F22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0401"/>
            <a:ext cx="12192000" cy="62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8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8BE8167-E2D9-6132-C152-8ECD891E2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85" y="406538"/>
            <a:ext cx="6096000" cy="2305256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264C42D0-3E6A-9512-5D7A-80FF30AE1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2" y="3429000"/>
            <a:ext cx="9176828" cy="23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0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AC2037E-0A3E-D370-FEF6-ACA73D100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21" y="584755"/>
            <a:ext cx="5630779" cy="3418977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D2AE7273-CDC5-4FAE-D14D-BEE80272F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614" y="3429000"/>
            <a:ext cx="5306165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228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11</TotalTime>
  <Words>8</Words>
  <Application>Microsoft Office PowerPoint</Application>
  <PresentationFormat>Geniş ekran</PresentationFormat>
  <Paragraphs>3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18" baseType="lpstr">
      <vt:lpstr>Damask</vt:lpstr>
      <vt:lpstr>HALI SAHA REZERVASYON OTOMASYONU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HALI SAHA REZERVASYON OTOMASYONU </dc:title>
  <dc:creator>GÖKTUĞ ÖZDEMİR</dc:creator>
  <cp:lastModifiedBy>Halil Kanatlı</cp:lastModifiedBy>
  <cp:revision>4</cp:revision>
  <dcterms:created xsi:type="dcterms:W3CDTF">2025-05-29T07:52:14Z</dcterms:created>
  <dcterms:modified xsi:type="dcterms:W3CDTF">2025-12-15T12:51:56Z</dcterms:modified>
</cp:coreProperties>
</file>